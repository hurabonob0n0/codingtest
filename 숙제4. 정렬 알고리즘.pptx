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1"/>
  </p:notesMasterIdLst>
  <p:sldIdLst>
    <p:sldId id="258" r:id="rId2"/>
    <p:sldId id="269" r:id="rId3"/>
    <p:sldId id="335" r:id="rId4"/>
    <p:sldId id="259" r:id="rId5"/>
    <p:sldId id="336" r:id="rId6"/>
    <p:sldId id="337" r:id="rId7"/>
    <p:sldId id="339" r:id="rId8"/>
    <p:sldId id="341" r:id="rId9"/>
    <p:sldId id="342" r:id="rId10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>
      <p:cViewPr varScale="1">
        <p:scale>
          <a:sx n="81" d="100"/>
          <a:sy n="81" d="100"/>
        </p:scale>
        <p:origin x="60" y="2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2026-04-18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88F8-5F87-5720-444A-1721D475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0004F-D8EA-614A-3DBC-3E425426D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41AE31-036B-30BC-DCF7-1F84F0D2C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BF956-C273-78EE-309C-C157A256E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55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2295-AB65-DAB2-4B2B-6214B539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FE399-1B8E-044C-8145-04FF4C8EB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EA629-1B19-2CFA-FC0C-97ED8A476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6750F-CB33-8A29-A3EA-4DE2D502A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860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E1CF2-736F-24FC-6DE5-9E78DABAD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01BB27-5805-3280-F20D-1E3835A8E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C912A7-0555-4A76-0F3D-6CE1F7CFD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DEAB50-8456-6828-1AEE-0C46680410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400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4. </a:t>
            </a:r>
            <a:r>
              <a:rPr lang="ko-KR" altLang="en-US" b="1" dirty="0">
                <a:solidFill>
                  <a:srgbClr val="0000FF"/>
                </a:solidFill>
              </a:rPr>
              <a:t>정렬 알고리즘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85E7-3CF8-67B9-A10A-EE026569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3BD85-67F7-DB37-CA40-0BD36E03B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주식투자 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, 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/>
              <a:t>구현</a:t>
            </a:r>
            <a:r>
              <a:rPr lang="en-US" altLang="ko-KR" sz="3200" dirty="0"/>
              <a:t>) </a:t>
            </a:r>
            <a:br>
              <a:rPr lang="en-US" altLang="ko-KR" sz="2800" dirty="0"/>
            </a:br>
            <a:r>
              <a:rPr lang="en-US" altLang="ko-KR" sz="1800" dirty="0"/>
              <a:t>http://210.93.60.51/problem/0203</a:t>
            </a:r>
            <a:br>
              <a:rPr lang="en-US" altLang="ko-KR" sz="1800" dirty="0"/>
            </a:br>
            <a:r>
              <a:rPr lang="en-US" altLang="ko-KR" sz="1800" dirty="0"/>
              <a:t>https://www.acmicpc.net/problem/13416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03ADC-4566-9C05-FA6F-37E1FF24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사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사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C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사 중에 장이 열릴 때 정한 회사의 주식을 산다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그 다음 장이 닫힐 때 그날 산 주식을 모두 판다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일 동안 규칙을 지키면서 매일 최적의 투자를 할 경우 최대 얼마를 벌 수 있었는지 궁금해졌다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표에서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일째에는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사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2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일째에는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사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또는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C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사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3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일째에는 어떤 주식을 사도 손해가 나므로 주식을 사지 않는다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4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일째에는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사</a:t>
            </a:r>
            <a:r>
              <a:rPr lang="en-US" altLang="ko-KR" sz="2000" dirty="0"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이렇게 주식 투자를 할 경우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800 + 300 + 0 + 600 = 1700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36FE90-6B8C-ACA4-E1F1-D5ABAAB5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CA61745-8AF5-CF19-CA73-0AE0FCDDE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7" y="3645024"/>
            <a:ext cx="7285191" cy="293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7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4E60-3252-0419-2091-13B8382AD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E1D5C-3F84-77F4-B8C1-55E4EABC3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868346"/>
          </a:xfrm>
        </p:spPr>
        <p:txBody>
          <a:bodyPr/>
          <a:lstStyle/>
          <a:p>
            <a:r>
              <a:rPr lang="en-US" altLang="ko-KR" sz="3200" dirty="0"/>
              <a:t>2. </a:t>
            </a:r>
            <a:r>
              <a:rPr lang="ko-KR" altLang="en-US" sz="3200" dirty="0"/>
              <a:t>회의실 배정 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, 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/>
              <a:t>정렬</a:t>
            </a:r>
            <a:r>
              <a:rPr lang="en-US" altLang="ko-KR" sz="3200" dirty="0"/>
              <a:t>,</a:t>
            </a:r>
            <a:r>
              <a:rPr lang="ko-KR" altLang="en-US" sz="3200" dirty="0"/>
              <a:t> </a:t>
            </a:r>
            <a:r>
              <a:rPr lang="ko-KR" altLang="en-US" sz="3200" dirty="0" err="1"/>
              <a:t>그리디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1800" dirty="0"/>
              <a:t>http://210.93.60.51/problem/0204</a:t>
            </a:r>
            <a:br>
              <a:rPr lang="en-US" altLang="ko-KR" sz="1800" dirty="0"/>
            </a:br>
            <a:r>
              <a:rPr lang="en-US" altLang="ko-KR" sz="1800" dirty="0"/>
              <a:t>https://www.acmicpc.net/problem/1931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3403D-C1EA-3FA9-2534-69D55DD4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각 회의가 겹치지 않게 회의실을 사용할 수 있는 회의 최대 개수를 찾아보자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단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회의는 한번 시작하면 중간에 중단될 수 없으며 한 회의가 끝나는 것과 동시에 다음 회의가 시작될 수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회의의 시작시간과 끝나는 시간이 같을 수도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경우에는 시작하자마자 끝나는 것으로 생각하면 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C6C31A-B43C-7BA1-2990-42B676EF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A269FBB-3D49-578D-FE4F-675A6C62D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924944"/>
            <a:ext cx="7488832" cy="3665219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C7DC4043-D4BF-2CAD-0DFA-DE7318157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1616" y="4486930"/>
            <a:ext cx="4572000" cy="116955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# // </a:t>
            </a:r>
            <a: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입력이 다음과 같은 경우 회의 끝나는 시간과 시작 시간 </a:t>
            </a:r>
            <a:r>
              <a:rPr kumimoji="0" lang="ko-KR" altLang="ko-KR" sz="1400" b="1" i="1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둘다</a:t>
            </a:r>
            <a: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적용해서 정렬해야 한다</a:t>
            </a:r>
            <a: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.</a:t>
            </a:r>
            <a:b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# 2</a:t>
            </a:r>
            <a:b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# 2 2</a:t>
            </a:r>
            <a:b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</a:br>
            <a:r>
              <a:rPr kumimoji="0" lang="ko-KR" altLang="ko-KR" sz="1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# 1 2</a:t>
            </a: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95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3. </a:t>
            </a:r>
            <a:r>
              <a:rPr lang="ko-KR" altLang="en-US" sz="3200" dirty="0"/>
              <a:t>행렬 게임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, </a:t>
            </a:r>
            <a:r>
              <a:rPr lang="ko-KR" altLang="en-US" sz="3200" dirty="0"/>
              <a:t>구현</a:t>
            </a:r>
            <a:r>
              <a:rPr lang="en-US" altLang="ko-KR" sz="3200" dirty="0"/>
              <a:t>) </a:t>
            </a:r>
            <a:br>
              <a:rPr lang="en-US" altLang="ko-KR" sz="3200" dirty="0"/>
            </a:br>
            <a:r>
              <a:rPr lang="en-US" altLang="ko-KR" sz="2000" dirty="0"/>
              <a:t>http://210.93.60.51/problem/0063</a:t>
            </a:r>
            <a:endParaRPr lang="ko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우선 표준 입력으로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A, 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을 입력 받고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행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열 행렬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을 구성한 후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M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행렬을 오른쪽 회전한 행렬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R,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왼쪽 회전한 행렬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L,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전치행렬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T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를 각각 구해서 표준 출력한다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8F2AB5-7E77-36C7-2ABE-10F5FED98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420888"/>
            <a:ext cx="7416824" cy="416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/>
              <a:t>실패율 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, </a:t>
            </a:r>
            <a:r>
              <a:rPr lang="ko-KR" altLang="en-US" sz="2800" dirty="0"/>
              <a:t>정렬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https://school.programmers.co.kr/learn/courses/30/lessons/42889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실패율</a:t>
            </a:r>
            <a:r>
              <a:rPr lang="en-US" altLang="ko-KR" sz="1800" dirty="0">
                <a:latin typeface="Open Sans" panose="020F0502020204030204" pitchFamily="34" charset="0"/>
              </a:rPr>
              <a:t> =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스테이지에 도달했으나 아직 클리어하지 못한 플레이어의 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/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스테이지에 도달한 플레이어 수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전체 스테이지의 개수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게임을 이용하는 사용자가 현재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멈춰있는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 스테이지의 번호가 담긴 배열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stages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가 매개변수로 주어질 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실패율이 높은 스테이지부터 내림차순으로 스테이지의 번호가 담겨있는 배열을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return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하도록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solution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함수를 완성하라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실패율이 같다면 작은 번호의 스테이지가 먼저 오도록 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스테이지에 도달한 유저가 없는 경우 해당 스테이지의 실패율은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0.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endParaRPr lang="ko-KR" altLang="en-US" sz="18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9D5A20B-B007-FA87-3006-68BB93188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3938841"/>
            <a:ext cx="490537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2C708-8D69-B68B-A8D2-413FA3ED7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06BCCD-376D-CD69-322E-655C046A9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274638"/>
            <a:ext cx="9036496" cy="868346"/>
          </a:xfrm>
        </p:spPr>
        <p:txBody>
          <a:bodyPr/>
          <a:lstStyle/>
          <a:p>
            <a:r>
              <a:rPr lang="en-US" altLang="ko-KR" sz="2800" dirty="0"/>
              <a:t>5. </a:t>
            </a:r>
            <a:r>
              <a:rPr lang="ko-KR" altLang="en-US" sz="2800" dirty="0"/>
              <a:t>소가 길을 건너간 이유 </a:t>
            </a:r>
            <a:r>
              <a:rPr lang="en-US" altLang="ko-KR" sz="2800" dirty="0"/>
              <a:t>3(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</a:t>
            </a:r>
            <a:r>
              <a:rPr lang="ko-KR" altLang="en-US" sz="2800" dirty="0"/>
              <a:t>백준</a:t>
            </a:r>
            <a:r>
              <a:rPr lang="en-US" altLang="ko-KR" sz="2800" dirty="0"/>
              <a:t>,</a:t>
            </a:r>
            <a:r>
              <a:rPr lang="ko-KR" altLang="en-US" sz="2800" dirty="0"/>
              <a:t>정렬</a:t>
            </a:r>
            <a:r>
              <a:rPr lang="en-US" altLang="ko-KR" sz="2800" dirty="0"/>
              <a:t>,</a:t>
            </a:r>
            <a:r>
              <a:rPr lang="ko-KR" altLang="en-US" sz="2800" dirty="0" err="1"/>
              <a:t>그리디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1800" dirty="0"/>
              <a:t>http://210.93.60.51/problem/0205</a:t>
            </a:r>
            <a:br>
              <a:rPr lang="en-US" altLang="ko-KR" sz="1800" dirty="0"/>
            </a:br>
            <a:r>
              <a:rPr lang="en-US" altLang="ko-KR" sz="1800" dirty="0"/>
              <a:t>https://www.acmicpc.net/problem/14469</a:t>
            </a:r>
            <a:endParaRPr lang="ko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5D3B15-6596-9F09-E67D-A230E350F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마리의 소가 이 농장에 방문하러 왔다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소가 도착한 시간과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검문받는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 데 걸리는 시간은 소마다 다르다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(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물론 같을 수도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.)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두 소가 동시에 검문을 받을 수는 없다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예를 들어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한 소가 </a:t>
            </a:r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5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초에 도착했고 </a:t>
            </a:r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7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초 동안 검문을 받으면</a:t>
            </a:r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, 8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초에 도착한 그 다음 소는 </a:t>
            </a:r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12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초까지 줄을 서야 검문을 받을 수 있다</a:t>
            </a:r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첫 줄에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100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이하의 양의 정수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주어진다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다음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줄에는 한 줄에 하나씩 소의 도착 시각과 검문 시간이 주어진다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dirty="0"/>
              <a:t>모든 소가 농장에 입장하는 데 걸리는 최소 시간을 출력한다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7EB0AF-2000-8613-E7E2-8699A333F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60C5E06-5E46-EFC8-BB9C-F45A8CD5C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4162611"/>
            <a:ext cx="6516216" cy="219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240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4621</TotalTime>
  <Words>606</Words>
  <Application>Microsoft Office PowerPoint</Application>
  <PresentationFormat>화면 슬라이드 쇼(4:3)</PresentationFormat>
  <Paragraphs>50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Arial Unicode MS</vt:lpstr>
      <vt:lpstr>굴림</vt:lpstr>
      <vt:lpstr>malgun gothic</vt:lpstr>
      <vt:lpstr>malgun gothic</vt:lpstr>
      <vt:lpstr>Arial</vt:lpstr>
      <vt:lpstr>Open Sans</vt:lpstr>
      <vt:lpstr>Office 테마</vt:lpstr>
      <vt:lpstr>숙제4. 정렬 알고리즘</vt:lpstr>
      <vt:lpstr>백준 온라인저지  https://www.acmicpc.net/</vt:lpstr>
      <vt:lpstr>TUKorea 온라인저지  http://210.93.60.51/</vt:lpstr>
      <vt:lpstr>Programmers https://school.programmers.co.kr/</vt:lpstr>
      <vt:lpstr>1. 주식투자 (TUKorea, 백준, 구현)  http://210.93.60.51/problem/0203 https://www.acmicpc.net/problem/13416</vt:lpstr>
      <vt:lpstr>2. 회의실 배정 (TUKorea, 백준, 정렬, 그리디) http://210.93.60.51/problem/0204 https://www.acmicpc.net/problem/1931</vt:lpstr>
      <vt:lpstr>3. 행렬 게임(TUKorea, 구현)  http://210.93.60.51/problem/0063</vt:lpstr>
      <vt:lpstr>4. 실패율 (Programmers, 구현, 정렬)  https://school.programmers.co.kr/learn/courses/30/lessons/42889</vt:lpstr>
      <vt:lpstr>5. 소가 길을 건너간 이유 3(TUKorea,백준,정렬,그리디) http://210.93.60.51/problem/0205 https://www.acmicpc.net/problem/14469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Youngsik Kim</cp:lastModifiedBy>
  <cp:revision>244</cp:revision>
  <cp:lastPrinted>2023-07-23T09:30:34Z</cp:lastPrinted>
  <dcterms:created xsi:type="dcterms:W3CDTF">2008-03-02T04:39:19Z</dcterms:created>
  <dcterms:modified xsi:type="dcterms:W3CDTF">2026-04-17T16:21:54Z</dcterms:modified>
</cp:coreProperties>
</file>